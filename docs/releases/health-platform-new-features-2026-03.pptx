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1064568"/>
            <a:ext cx="1143000" cy="368201"/>
          </a:xfrm>
          <a:prstGeom prst="roundRect">
            <a:avLst>
              <a:gd name="adj" fmla="val 1034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2071" y="1115318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 RELEASE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3501" y="1686669"/>
            <a:ext cx="5026405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Platform</a:t>
            </a:r>
            <a:endParaRPr lang="en-US" sz="3600" dirty="0"/>
          </a:p>
          <a:p>
            <a:pPr algn="l" indent="0" marL="0">
              <a:lnSpc>
                <a:spcPts val="4320"/>
              </a:lnSpc>
              <a:spcAft>
                <a:spcPts val="8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新功能说明书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3501" y="2885331"/>
            <a:ext cx="50264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既往病史管理 · 项目规范升级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2551" y="3539282"/>
            <a:ext cx="0" cy="539651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551" y="3539282"/>
            <a:ext cx="8977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发布日期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8551" y="3697932"/>
            <a:ext cx="8977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2026年3月3日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5721" y="3539282"/>
            <a:ext cx="0" cy="539651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1721" y="3539282"/>
            <a:ext cx="1264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81721" y="3697932"/>
            <a:ext cx="12648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Release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8758" y="3539282"/>
            <a:ext cx="0" cy="539651"/>
          </a:xfrm>
          <a:prstGeom prst="line">
            <a:avLst/>
          </a:prstGeom>
          <a:noFill/>
          <a:ln w="381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4758" y="3539282"/>
            <a:ext cx="13225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94758" y="3697932"/>
            <a:ext cx="13225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workshop/test-alice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73950" y="1498699"/>
            <a:ext cx="1346150" cy="1346150"/>
          </a:xfrm>
          <a:prstGeom prst="roundRect">
            <a:avLst>
              <a:gd name="adj" fmla="val 67927"/>
            </a:avLst>
          </a:prstGeom>
          <a:solidFill>
            <a:srgbClr val="1A3A52"/>
          </a:solidFill>
          <a:ln w="3810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127" y="1938337"/>
            <a:ext cx="57579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10599" y="2971800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1A3A52"/>
          </a:solidFill>
          <a:ln w="19050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512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15541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本次更新概览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17941" y="290513"/>
            <a:ext cx="818108" cy="209550"/>
          </a:xfrm>
          <a:prstGeom prst="roundRect">
            <a:avLst>
              <a:gd name="adj" fmla="val 1818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44892" y="328613"/>
            <a:ext cx="575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3天改动汇总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1044476"/>
            <a:ext cx="2573834" cy="2930723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068288"/>
            <a:ext cx="2573834" cy="0"/>
          </a:xfrm>
          <a:prstGeom prst="line">
            <a:avLst/>
          </a:prstGeom>
          <a:noFill/>
          <a:ln w="47625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550" y="13460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7494" y="142369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550" y="1828502"/>
            <a:ext cx="2158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既往病史管理（核心功能）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550" y="2130028"/>
            <a:ext cx="2116634" cy="115818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家庭成员独立病史档案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CRUD：新增 / 编辑 / 删除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字段：疾病名称、发病时间、描述、是否仍存在、是否服药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API + 前端页面全栈实现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条单元测试全部通过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84934" y="1044476"/>
            <a:ext cx="2573982" cy="2930723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4934" y="1068288"/>
            <a:ext cx="2573982" cy="0"/>
          </a:xfrm>
          <a:prstGeom prst="line">
            <a:avLst/>
          </a:prstGeom>
          <a:noFill/>
          <a:ln w="47625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3534" y="13460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44478" y="142369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13534" y="1828502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UI 升级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13534" y="2130028"/>
            <a:ext cx="2116782" cy="7721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新增"既往病史"独立页面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侧边导航菜单新增入口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 i18n 支持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与成员选择器联动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62067" y="1044476"/>
            <a:ext cx="2573982" cy="2930723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62067" y="1068288"/>
            <a:ext cx="2573982" cy="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0667" y="13460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EF5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21611" y="142369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0667" y="1828502"/>
            <a:ext cx="2159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项目规范升级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0667" y="2130028"/>
            <a:ext cx="2116782" cy="77212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文档语言规范：默认中文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新增文档规范章节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 更新贡献指南</a:t>
            </a:r>
            <a:endParaRPr lang="en-US" sz="950" dirty="0"/>
          </a:p>
          <a:p>
            <a:pPr algn="l" marL="88900" indent="-88900">
              <a:lnSpc>
                <a:spcPts val="1520"/>
              </a:lnSpc>
              <a:buSzPct val="100000"/>
              <a:buChar char="•"/>
            </a:pPr>
            <a:r>
              <a:rPr lang="en-US" sz="9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copilot-instructions 固化语言要求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254550"/>
            <a:ext cx="9144000" cy="888950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950" y="440055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3798" y="4467225"/>
            <a:ext cx="41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改动文件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50950" y="4381500"/>
            <a:ext cx="12650" cy="30480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44601" y="4400550"/>
            <a:ext cx="38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27548" y="4467225"/>
            <a:ext cx="5179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新增代码行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16350" y="4381500"/>
            <a:ext cx="12650" cy="30480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10000" y="4400550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38749" y="4467225"/>
            <a:ext cx="41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新建文件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5901" y="4381500"/>
            <a:ext cx="12650" cy="304800"/>
          </a:xfrm>
          <a:prstGeom prst="rect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19551" y="440055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75399" y="4467225"/>
            <a:ext cx="621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全量测试通过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5452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既往病史功能 — 核心价值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07950" y="5015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为家庭健康管理提供完整的疾病历史追踪能力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882402"/>
            <a:ext cx="4318248" cy="803225"/>
          </a:xfrm>
          <a:prstGeom prst="roundRect">
            <a:avLst>
              <a:gd name="adj" fmla="val 9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996702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E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9409" y="1076027"/>
            <a:ext cx="1586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44352" y="996702"/>
            <a:ext cx="3472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成员独立档案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44352" y="1228427"/>
            <a:ext cx="34722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每位家庭成员拥有独立的病史数据，严格按 household 隔离，保障数据安全。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1787128"/>
            <a:ext cx="4318248" cy="803225"/>
          </a:xfrm>
          <a:prstGeom prst="roundRect">
            <a:avLst>
              <a:gd name="adj" fmla="val 9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1901428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1647" y="1975991"/>
            <a:ext cx="19431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44352" y="1901428"/>
            <a:ext cx="3472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完整生命周期管理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44352" y="2133154"/>
            <a:ext cx="34722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支持新增、编辑、删除。发病时间、是否仍存在、是否服药字段全面覆盖临床需求。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691854"/>
            <a:ext cx="4318248" cy="803225"/>
          </a:xfrm>
          <a:prstGeom prst="roundRect">
            <a:avLst>
              <a:gd name="adj" fmla="val 9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2806154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FEF5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5937" y="2880717"/>
            <a:ext cx="1455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44352" y="2806154"/>
            <a:ext cx="34722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数据安全校验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44352" y="3037880"/>
            <a:ext cx="34722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后端严格鉴权（JWT）+ household 所有权校验，防止跨用户数据访问。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80099" y="882402"/>
            <a:ext cx="3555950" cy="1976884"/>
          </a:xfrm>
          <a:prstGeom prst="roundRect">
            <a:avLst>
              <a:gd name="adj" fmla="val 3855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57800" y="1009352"/>
            <a:ext cx="32645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1279178"/>
            <a:ext cx="3200549" cy="260152"/>
          </a:xfrm>
          <a:prstGeom prst="roundRect">
            <a:avLst>
              <a:gd name="adj" fmla="val 1952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84750" y="135850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87752" y="1342579"/>
            <a:ext cx="1479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Page 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MedicalHistory.js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1577429"/>
            <a:ext cx="3200549" cy="260152"/>
          </a:xfrm>
          <a:prstGeom prst="roundRect">
            <a:avLst>
              <a:gd name="adj" fmla="val 1952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84750" y="165675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87752" y="1640830"/>
            <a:ext cx="19719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Blueprint 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medical_history_service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1875681"/>
            <a:ext cx="3200549" cy="260152"/>
          </a:xfrm>
          <a:prstGeom prst="roundRect">
            <a:avLst>
              <a:gd name="adj" fmla="val 1952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84750" y="195500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7752" y="1939082"/>
            <a:ext cx="2065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Layer 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medical_history_manager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2173932"/>
            <a:ext cx="3200549" cy="260152"/>
          </a:xfrm>
          <a:prstGeom prst="roundRect">
            <a:avLst>
              <a:gd name="adj" fmla="val 1952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84750" y="225325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87752" y="2237333"/>
            <a:ext cx="1805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Model 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MedicalHistory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2472184"/>
            <a:ext cx="3200549" cy="260152"/>
          </a:xfrm>
          <a:prstGeom prst="roundRect">
            <a:avLst>
              <a:gd name="adj" fmla="val 1952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84750" y="255150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87752" y="2535585"/>
            <a:ext cx="2052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Migration 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add_medical_histories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80099" y="2960787"/>
            <a:ext cx="3555950" cy="1405830"/>
          </a:xfrm>
          <a:prstGeom prst="roundRect">
            <a:avLst>
              <a:gd name="adj" fmla="val 54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57800" y="3075087"/>
            <a:ext cx="32645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数据字段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338513"/>
            <a:ext cx="3200549" cy="9138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disease_name — 疾病名称（必填）</a:t>
            </a:r>
            <a:endParaRPr lang="en-US" sz="900" dirty="0"/>
          </a:p>
          <a:p>
            <a:pPr algn="l" marL="88900" indent="-88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onset_date — 发病时间（YYYY-MM-DD）</a:t>
            </a:r>
            <a:endParaRPr lang="en-US" sz="900" dirty="0"/>
          </a:p>
          <a:p>
            <a:pPr algn="l" marL="88900" indent="-88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— 描述（可选）</a:t>
            </a:r>
            <a:endParaRPr lang="en-US" sz="900" dirty="0"/>
          </a:p>
          <a:p>
            <a:pPr algn="l" marL="88900" indent="-88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is_ongoing — 是否仍存在</a:t>
            </a:r>
            <a:endParaRPr lang="en-US" sz="900" dirty="0"/>
          </a:p>
          <a:p>
            <a:pPr algn="l" marL="88900" indent="-88900">
              <a:lnSpc>
                <a:spcPts val="1440"/>
              </a:lnSpc>
              <a:buSzPct val="100000"/>
              <a:buChar char="•"/>
            </a:pPr>
            <a:r>
              <a:rPr lang="en-US" sz="90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is_on_medication — 是否服药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63401" cy="304800"/>
          </a:xfrm>
          <a:prstGeom prst="roundRect">
            <a:avLst>
              <a:gd name="adj" fmla="val 40063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233362"/>
            <a:ext cx="34204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数据模型设计 — MedicalHistory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736550"/>
            <a:ext cx="5233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medical_histories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006376"/>
            <a:ext cx="5130998" cy="2417266"/>
          </a:xfrm>
          <a:prstGeom prst="roundRect">
            <a:avLst>
              <a:gd name="adj" fmla="val 3152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1006376"/>
            <a:ext cx="5130998" cy="285750"/>
          </a:xfrm>
          <a:prstGeom prst="rect">
            <a:avLst/>
          </a:prstGeom>
          <a:solidFill>
            <a:srgbClr val="1D5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1082576"/>
            <a:ext cx="875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MedicalHistory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651" y="1439614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84053" y="1419076"/>
            <a:ext cx="749350" cy="155377"/>
          </a:xfrm>
          <a:prstGeom prst="roundRect">
            <a:avLst>
              <a:gd name="adj" fmla="val 24521"/>
            </a:avLst>
          </a:prstGeom>
          <a:solidFill>
            <a:srgbClr val="1A52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72903" y="1444377"/>
            <a:ext cx="5830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PK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85651" y="1645741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household_id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84053" y="1625203"/>
            <a:ext cx="749350" cy="155377"/>
          </a:xfrm>
          <a:prstGeom prst="roundRect">
            <a:avLst>
              <a:gd name="adj" fmla="val 24521"/>
            </a:avLst>
          </a:prstGeom>
          <a:solidFill>
            <a:srgbClr val="4A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72903" y="1650504"/>
            <a:ext cx="5830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FK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34903" y="1650504"/>
            <a:ext cx="72380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households.id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651" y="1851868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84053" y="1831330"/>
            <a:ext cx="749350" cy="155377"/>
          </a:xfrm>
          <a:prstGeom prst="roundRect">
            <a:avLst>
              <a:gd name="adj" fmla="val 24521"/>
            </a:avLst>
          </a:prstGeom>
          <a:solidFill>
            <a:srgbClr val="4A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72903" y="1856631"/>
            <a:ext cx="5830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FK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34903" y="1856631"/>
            <a:ext cx="7828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members.id  idx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651" y="2057995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disease_name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84053" y="2037457"/>
            <a:ext cx="80650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72903" y="2062758"/>
            <a:ext cx="6413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String(120)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92053" y="2062758"/>
            <a:ext cx="4804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651" y="226412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onset_date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84053" y="2243584"/>
            <a:ext cx="40645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72903" y="2268885"/>
            <a:ext cx="2333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92003" y="2268885"/>
            <a:ext cx="4804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651" y="2470249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84053" y="2449711"/>
            <a:ext cx="40645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272903" y="2475012"/>
            <a:ext cx="2333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92003" y="2475012"/>
            <a:ext cx="3350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nullable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651" y="2676376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is_ongoing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84053" y="2655838"/>
            <a:ext cx="57790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272903" y="2681139"/>
            <a:ext cx="4082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863453" y="2681139"/>
            <a:ext cx="5112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True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5651" y="2882503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is_on_medication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84053" y="2861965"/>
            <a:ext cx="57790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272903" y="2887266"/>
            <a:ext cx="4082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863453" y="2887266"/>
            <a:ext cx="5563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False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5651" y="3068092"/>
            <a:ext cx="1424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AF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/ updated_at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184053" y="3104704"/>
            <a:ext cx="635050" cy="155377"/>
          </a:xfrm>
          <a:prstGeom prst="roundRect">
            <a:avLst>
              <a:gd name="adj" fmla="val 24521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272903" y="3130004"/>
            <a:ext cx="4664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920603" y="3130004"/>
            <a:ext cx="8423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datetime.now(UTC)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842099" y="736550"/>
            <a:ext cx="2793950" cy="1247180"/>
          </a:xfrm>
          <a:prstGeom prst="roundRect">
            <a:avLst>
              <a:gd name="adj" fmla="val 6110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019800" y="888950"/>
            <a:ext cx="2487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19800" y="1133326"/>
            <a:ext cx="2438549" cy="241102"/>
          </a:xfrm>
          <a:prstGeom prst="roundRect">
            <a:avLst>
              <a:gd name="adj" fmla="val 15802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21301" y="1196727"/>
            <a:ext cx="2280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ix_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medical_histories_member_id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9800" y="1425178"/>
            <a:ext cx="2438549" cy="355402"/>
          </a:xfrm>
          <a:prstGeom prst="roundRect">
            <a:avLst>
              <a:gd name="adj" fmla="val 10720"/>
            </a:avLst>
          </a:prstGeom>
          <a:solidFill>
            <a:srgbClr val="153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21301" y="1488579"/>
            <a:ext cx="228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ix_</a:t>
            </a:r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medical_histories_member_onset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(member_id, onset_date)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42099" y="2110680"/>
            <a:ext cx="2793950" cy="2778919"/>
          </a:xfrm>
          <a:prstGeom prst="roundRect">
            <a:avLst>
              <a:gd name="adj" fmla="val 2742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19800" y="2263080"/>
            <a:ext cx="2487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19800" y="2507456"/>
            <a:ext cx="2438549" cy="110013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résiliation datetime.now(UTC)</a:t>
            </a:r>
            <a:endParaRPr lang="en-US" sz="850" dirty="0"/>
          </a:p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migration 版本管理</a:t>
            </a:r>
            <a:endParaRPr lang="en-US" sz="850" dirty="0"/>
          </a:p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FKs: household, member, user×2</a:t>
            </a:r>
            <a:endParaRPr lang="en-US" sz="850" dirty="0"/>
          </a:p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@db_breaker 熔断器保护</a:t>
            </a:r>
            <a:endParaRPr lang="en-US" sz="850" dirty="0"/>
          </a:p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@with_retry() 自动重试</a:t>
            </a:r>
            <a:endParaRPr lang="en-US" sz="850" dirty="0"/>
          </a:p>
          <a:p>
            <a:pPr algn="l" marL="88900" indent="-88900">
              <a:lnSpc>
                <a:spcPts val="1445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成员隔离通过 household_id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15978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设计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661273" y="261937"/>
            <a:ext cx="3034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URL: /api/v1/medical-history  |  全部端点需 JWT 鉴权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879425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165175"/>
            <a:ext cx="8128099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304776"/>
            <a:ext cx="685502" cy="190500"/>
          </a:xfrm>
          <a:prstGeom prst="roundRect">
            <a:avLst>
              <a:gd name="adj" fmla="val 20000"/>
            </a:avLst>
          </a:prstGeom>
          <a:solidFill>
            <a:srgbClr val="E9F7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7777" y="1342876"/>
            <a:ext cx="492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49003" y="1292126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3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/api/v1/medical-history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49003" y="1473101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分页查询指定成员的病史列表，按发病时间倒序排列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92998" y="1292126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?member_id={id}&amp;page={p}&amp;size={s}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92998" y="1444526"/>
            <a:ext cx="685800" cy="155377"/>
          </a:xfrm>
          <a:prstGeom prst="roundRect">
            <a:avLst>
              <a:gd name="adj" fmla="val 24521"/>
            </a:avLst>
          </a:prstGeom>
          <a:solidFill>
            <a:srgbClr val="E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69198" y="1469827"/>
            <a:ext cx="544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654998" y="1444526"/>
            <a:ext cx="792361" cy="155377"/>
          </a:xfrm>
          <a:prstGeom prst="roundRect">
            <a:avLst>
              <a:gd name="adj" fmla="val 24521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31198" y="1469827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member_check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7950" y="1895326"/>
            <a:ext cx="8128099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1101" y="2034927"/>
            <a:ext cx="685502" cy="190500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777" y="2073027"/>
            <a:ext cx="492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49003" y="2022277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3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/api/v1/medical-history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49003" y="2203252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为指定成员新增一条病史记录，自动绑定 household_id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2998" y="2022277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member_id, disease_name,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92998" y="2161877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onset_date, is_ongoing, ...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92998" y="2314277"/>
            <a:ext cx="632371" cy="155377"/>
          </a:xfrm>
          <a:prstGeom prst="roundRect">
            <a:avLst>
              <a:gd name="adj" fmla="val 24521"/>
            </a:avLst>
          </a:prstGeom>
          <a:solidFill>
            <a:srgbClr val="E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69198" y="2339578"/>
            <a:ext cx="489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7950" y="2749004"/>
            <a:ext cx="8128099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1101" y="2888605"/>
            <a:ext cx="685502" cy="190500"/>
          </a:xfrm>
          <a:prstGeom prst="roundRect">
            <a:avLst>
              <a:gd name="adj" fmla="val 20000"/>
            </a:avLst>
          </a:prstGeom>
          <a:solidFill>
            <a:srgbClr val="FEF5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7777" y="2926705"/>
            <a:ext cx="492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49003" y="2875955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3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/api/v1/medical-history/{history_id}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49003" y="3056930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更新病史记录（仅限本 household 内的记录）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92998" y="2875955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update supported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92998" y="3028355"/>
            <a:ext cx="632371" cy="155377"/>
          </a:xfrm>
          <a:prstGeom prst="roundRect">
            <a:avLst>
              <a:gd name="adj" fmla="val 24521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69198" y="3053655"/>
            <a:ext cx="489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7950" y="3479155"/>
            <a:ext cx="8128099" cy="577751"/>
          </a:xfrm>
          <a:prstGeom prst="roundRect">
            <a:avLst>
              <a:gd name="adj" fmla="val 131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1101" y="3618756"/>
            <a:ext cx="685502" cy="19050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7777" y="3656856"/>
            <a:ext cx="492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49003" y="3606105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3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/api/v1/medical-history/{history_id}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549003" y="3787080"/>
            <a:ext cx="4275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删除病史记录（物理删除，需确认二次弹窗）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92998" y="3606105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household ownership check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92998" y="3758505"/>
            <a:ext cx="632371" cy="155377"/>
          </a:xfrm>
          <a:prstGeom prst="roundRect">
            <a:avLst>
              <a:gd name="adj" fmla="val 24521"/>
            </a:avLst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69198" y="3783806"/>
            <a:ext cx="489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42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UI 设计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53652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路由: /medical-history  |  与成员选择器联动  |  Ant Design 组件体系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1082576"/>
            <a:ext cx="5130998" cy="3857774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082576"/>
            <a:ext cx="5130998" cy="412552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51" y="1212652"/>
            <a:ext cx="491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既往病史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95093" y="1184077"/>
            <a:ext cx="666155" cy="209550"/>
          </a:xfrm>
          <a:prstGeom prst="roundRect">
            <a:avLst>
              <a:gd name="adj" fmla="val 18182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6594" y="1222177"/>
            <a:ext cx="472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新增病史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7950" y="1495127"/>
            <a:ext cx="5130998" cy="29527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7950" y="1785640"/>
            <a:ext cx="5130998" cy="0"/>
          </a:xfrm>
          <a:prstGeom prst="line">
            <a:avLst/>
          </a:prstGeom>
          <a:noFill/>
          <a:ln w="9525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651" y="1571327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疾病名称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651" y="1571327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发病时间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051" y="157132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是否仍存在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05051" y="1571327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是否服药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67051" y="1571327"/>
            <a:ext cx="570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13649" y="1571327"/>
            <a:ext cx="647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7950" y="2347615"/>
            <a:ext cx="5130998" cy="0"/>
          </a:xfrm>
          <a:prstGeom prst="line">
            <a:avLst/>
          </a:prstGeom>
          <a:noFill/>
          <a:ln w="9525">
            <a:solidFill>
              <a:srgbClr val="F1F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651" y="199995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高血压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651" y="2009477"/>
            <a:ext cx="932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2020-01-15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051" y="1976289"/>
            <a:ext cx="438150" cy="183952"/>
          </a:xfrm>
          <a:prstGeom prst="roundRect">
            <a:avLst>
              <a:gd name="adj" fmla="val 20712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19251" y="2001589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05051" y="1976289"/>
            <a:ext cx="247650" cy="183952"/>
          </a:xfrm>
          <a:prstGeom prst="roundRect">
            <a:avLst>
              <a:gd name="adj" fmla="val 20712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81251" y="2001589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04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67051" y="1866602"/>
            <a:ext cx="5704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轻度高血压，定期监测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13649" y="1995190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🗑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7950" y="2696766"/>
            <a:ext cx="5130998" cy="0"/>
          </a:xfrm>
          <a:prstGeom prst="line">
            <a:avLst/>
          </a:prstGeom>
          <a:noFill/>
          <a:ln w="9525">
            <a:solidFill>
              <a:srgbClr val="F1F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651" y="2455515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骨折（左腕）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651" y="2465040"/>
            <a:ext cx="932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2018-06-03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051" y="2431852"/>
            <a:ext cx="438150" cy="183952"/>
          </a:xfrm>
          <a:prstGeom prst="roundRect">
            <a:avLst>
              <a:gd name="adj" fmla="val 20712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19251" y="2457152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已康复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05051" y="2431852"/>
            <a:ext cx="247650" cy="183952"/>
          </a:xfrm>
          <a:prstGeom prst="roundRect">
            <a:avLst>
              <a:gd name="adj" fmla="val 20712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81251" y="2457152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67051" y="2465040"/>
            <a:ext cx="5704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3649" y="245075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🗑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651" y="2804666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糖尿病前期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651" y="2814191"/>
            <a:ext cx="9326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2022-09-20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051" y="2781002"/>
            <a:ext cx="438150" cy="183952"/>
          </a:xfrm>
          <a:prstGeom prst="roundRect">
            <a:avLst>
              <a:gd name="adj" fmla="val 20712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19251" y="2806303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505051" y="2781002"/>
            <a:ext cx="247650" cy="183952"/>
          </a:xfrm>
          <a:prstGeom prst="roundRect">
            <a:avLst>
              <a:gd name="adj" fmla="val 20712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81251" y="2806303"/>
            <a:ext cx="97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67051" y="2804666"/>
            <a:ext cx="570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饮食控制中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13649" y="2799904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🗑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42099" y="1082576"/>
            <a:ext cx="2793950" cy="1769418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019800" y="1234976"/>
            <a:ext cx="2487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页面组件构成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19800" y="151432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84850" y="1476226"/>
            <a:ext cx="1545372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MedicalHistory.js — 页面主组件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19800" y="172878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84850" y="1690688"/>
            <a:ext cx="144184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Table — 分页列表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19800" y="194324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84850" y="1905149"/>
            <a:ext cx="160563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+ Form — 新增 / 编辑弹窗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19800" y="215771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184850" y="2119610"/>
            <a:ext cx="138855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Popconfirm — 删除二次确认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19800" y="237217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84850" y="2334071"/>
            <a:ext cx="1370189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DatePicker — 发病时间选择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019800" y="258663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84850" y="2548533"/>
            <a:ext cx="1376109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— 布尔字段开关组件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42099" y="2978944"/>
            <a:ext cx="2793950" cy="1126034"/>
          </a:xfrm>
          <a:prstGeom prst="roundRect">
            <a:avLst>
              <a:gd name="adj" fmla="val 6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19800" y="3131344"/>
            <a:ext cx="2487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 &amp; 导航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019800" y="341069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84850" y="3372594"/>
            <a:ext cx="1263319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 i18n（zh + en）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019800" y="362515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184850" y="3587055"/>
            <a:ext cx="139918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侧边菜单新增"既往病史"入口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019800" y="383961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184850" y="3801517"/>
            <a:ext cx="132100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成员选择器联动，数据隔离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63401" cy="304800"/>
          </a:xfrm>
          <a:prstGeom prst="roundRect">
            <a:avLst>
              <a:gd name="adj" fmla="val 40063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3751" y="233362"/>
            <a:ext cx="278546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质量保障 — 23 条单元测试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51041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7950" y="914400"/>
            <a:ext cx="5004048" cy="1168301"/>
          </a:xfrm>
          <a:prstGeom prst="roundRect">
            <a:avLst>
              <a:gd name="adj" fmla="val 5435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031825"/>
            <a:ext cx="626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TestCreate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01514" y="1028700"/>
            <a:ext cx="234255" cy="139601"/>
          </a:xfrm>
          <a:prstGeom prst="roundRect">
            <a:avLst>
              <a:gd name="adj" fmla="val 90973"/>
            </a:avLst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90365" y="104135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651" y="125715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3352" y="1244501"/>
            <a:ext cx="11808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test_create_success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651" y="140955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3352" y="1396901"/>
            <a:ext cx="1740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test_create_with_description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651" y="156195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3352" y="1549301"/>
            <a:ext cx="21753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test_create_missing_required_fields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651" y="171435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352" y="1701701"/>
            <a:ext cx="1864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test_create_invalid_onset_date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651" y="186675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3352" y="1854101"/>
            <a:ext cx="34804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test_create_invalid_member · disease_name_too_long · ...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950" y="2197001"/>
            <a:ext cx="5004048" cy="1015901"/>
          </a:xfrm>
          <a:prstGeom prst="roundRect">
            <a:avLst>
              <a:gd name="adj" fmla="val 6251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651" y="2314426"/>
            <a:ext cx="462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TestList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40631" y="2311301"/>
            <a:ext cx="234255" cy="139601"/>
          </a:xfrm>
          <a:prstGeom prst="roundRect">
            <a:avLst>
              <a:gd name="adj" fmla="val 90973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29482" y="232395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651" y="253975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3352" y="2527102"/>
            <a:ext cx="26725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test_list_empty · after_create · pagination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651" y="269215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63352" y="2679502"/>
            <a:ext cx="16782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test_list_missing_member_id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651" y="284455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3352" y="2831902"/>
            <a:ext cx="19267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test_list_foreign_member_denied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651" y="299695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3352" y="2984302"/>
            <a:ext cx="14295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test_list_requires_auth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3327202"/>
            <a:ext cx="5004048" cy="863501"/>
          </a:xfrm>
          <a:prstGeom prst="roundRect">
            <a:avLst>
              <a:gd name="adj" fmla="val 7354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651" y="3444627"/>
            <a:ext cx="1984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TestUpdate / TestDelete / Isolation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32633" y="3441502"/>
            <a:ext cx="234255" cy="139601"/>
          </a:xfrm>
          <a:prstGeom prst="roundRect">
            <a:avLst>
              <a:gd name="adj" fmla="val 90973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821484" y="345415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651" y="366995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63352" y="3657302"/>
            <a:ext cx="285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update_success · not_found · other_user_denied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651" y="382235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63352" y="3809702"/>
            <a:ext cx="285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delete_success · not_found · other_user_denied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651" y="397475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63352" y="3962102"/>
            <a:ext cx="29211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FC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test_two_users_cannot_see_each_others_histories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15149" y="685800"/>
            <a:ext cx="2920901" cy="1914227"/>
          </a:xfrm>
          <a:prstGeom prst="roundRect">
            <a:avLst>
              <a:gd name="adj" fmla="val 3317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892850" y="838200"/>
            <a:ext cx="2616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2850" y="1108025"/>
            <a:ext cx="5187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892850" y="1641425"/>
            <a:ext cx="1729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163866" y="1727150"/>
            <a:ext cx="278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2850" y="2047726"/>
            <a:ext cx="2565499" cy="12650"/>
          </a:xfrm>
          <a:prstGeom prst="rect">
            <a:avLst/>
          </a:prstGeom>
          <a:solidFill>
            <a:srgbClr val="1D52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92850" y="2161877"/>
            <a:ext cx="440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全量回归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80325" y="2176165"/>
            <a:ext cx="3855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92850" y="2304752"/>
            <a:ext cx="440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其他模块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864376" y="2319040"/>
            <a:ext cx="6058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regression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15149" y="2714327"/>
            <a:ext cx="2920901" cy="2175272"/>
          </a:xfrm>
          <a:prstGeom prst="roundRect">
            <a:avLst>
              <a:gd name="adj" fmla="val 2919"/>
            </a:avLst>
          </a:prstGeom>
          <a:solidFill>
            <a:srgbClr val="1A3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92850" y="2866727"/>
            <a:ext cx="26168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测试策略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92850" y="3130153"/>
            <a:ext cx="2565499" cy="124598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正常流程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边界条件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required 鉴权检查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not found 场景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Cross-user 隔离验证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 分页逻辑</a:t>
            </a:r>
            <a:endParaRPr lang="en-US" sz="850" dirty="0"/>
          </a:p>
          <a:p>
            <a:pPr algn="l" marL="88900" indent="-88900">
              <a:lnSpc>
                <a:spcPts val="1402"/>
              </a:lnSpc>
              <a:buSzPct val="100000"/>
              <a:buChar char="•"/>
            </a:pPr>
            <a:r>
              <a:rPr lang="en-US" sz="850" dirty="0">
                <a:solidFill>
                  <a:srgbClr val="AF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校验错误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67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项目规范升级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52387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文档语言规则固化 · 协作流程优化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1069925"/>
            <a:ext cx="3962400" cy="968127"/>
          </a:xfrm>
          <a:prstGeom prst="roundRect">
            <a:avLst>
              <a:gd name="adj" fmla="val 7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069925"/>
            <a:ext cx="3962400" cy="311051"/>
          </a:xfrm>
          <a:prstGeom prst="rect">
            <a:avLst/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651" y="1158776"/>
            <a:ext cx="693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1482477"/>
            <a:ext cx="404217" cy="201662"/>
          </a:xfrm>
          <a:prstGeom prst="roundRect">
            <a:avLst>
              <a:gd name="adj" fmla="val 1889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1507778"/>
            <a:ext cx="25685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91369" y="1482477"/>
            <a:ext cx="276998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新增"Documentation Language"章节，明确默认中文规范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651" y="1734889"/>
            <a:ext cx="404217" cy="201662"/>
          </a:xfrm>
          <a:prstGeom prst="roundRect">
            <a:avLst>
              <a:gd name="adj" fmla="val 1889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1851" y="1760190"/>
            <a:ext cx="25685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91369" y="1734889"/>
            <a:ext cx="3064178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新增文档存放路径规范（禁止在 /docs 根目录新增 Markdown）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950" y="2165003"/>
            <a:ext cx="3962400" cy="968127"/>
          </a:xfrm>
          <a:prstGeom prst="roundRect">
            <a:avLst>
              <a:gd name="adj" fmla="val 7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2165003"/>
            <a:ext cx="3962400" cy="311051"/>
          </a:xfrm>
          <a:prstGeom prst="rect">
            <a:avLst/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2253853"/>
            <a:ext cx="11010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651" y="2577554"/>
            <a:ext cx="404217" cy="201662"/>
          </a:xfrm>
          <a:prstGeom prst="roundRect">
            <a:avLst>
              <a:gd name="adj" fmla="val 18893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1851" y="2602855"/>
            <a:ext cx="25685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91369" y="2577554"/>
            <a:ext cx="154112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贡献指南新增文档默认中文规则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651" y="2829967"/>
            <a:ext cx="404217" cy="201662"/>
          </a:xfrm>
          <a:prstGeom prst="roundRect">
            <a:avLst>
              <a:gd name="adj" fmla="val 18893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1851" y="2855268"/>
            <a:ext cx="25685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91369" y="2829967"/>
            <a:ext cx="198150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英文版本需提供中英双语，中文优先维护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950" y="3260080"/>
            <a:ext cx="3962400" cy="715714"/>
          </a:xfrm>
          <a:prstGeom prst="roundRect">
            <a:avLst>
              <a:gd name="adj" fmla="val 10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950" y="3260080"/>
            <a:ext cx="3962400" cy="311051"/>
          </a:xfrm>
          <a:prstGeom prst="rect">
            <a:avLst/>
          </a:prstGeom>
          <a:solidFill>
            <a:srgbClr val="EA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651" y="3348930"/>
            <a:ext cx="17163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.github/copilot-instructions.md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651" y="3672632"/>
            <a:ext cx="404217" cy="201662"/>
          </a:xfrm>
          <a:prstGeom prst="roundRect">
            <a:avLst>
              <a:gd name="adj" fmla="val 1889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1851" y="3697932"/>
            <a:ext cx="256854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91369" y="3672632"/>
            <a:ext cx="2574759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协作规则：默认使用中文回复，文档输出中文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73501" y="1069925"/>
            <a:ext cx="3962549" cy="2888903"/>
          </a:xfrm>
          <a:prstGeom prst="roundRect">
            <a:avLst>
              <a:gd name="adj" fmla="val 2638"/>
            </a:avLst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6651" y="1222325"/>
            <a:ext cx="3627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固化后的文档语言规则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6651" y="1511201"/>
            <a:ext cx="3556248" cy="497681"/>
          </a:xfrm>
          <a:prstGeom prst="roundRect">
            <a:avLst>
              <a:gd name="adj" fmla="val 1020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01570" y="1600051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33702" y="1600051"/>
            <a:ext cx="1553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 &amp; 注释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33702" y="1777752"/>
            <a:ext cx="155356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统一使用英文，保持国际化可读性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76651" y="2110383"/>
            <a:ext cx="3556248" cy="497681"/>
          </a:xfrm>
          <a:prstGeom prst="roundRect">
            <a:avLst>
              <a:gd name="adj" fmla="val 1020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01570" y="2199233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33702" y="2199233"/>
            <a:ext cx="1651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项目文档（Markdown）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3702" y="2376934"/>
            <a:ext cx="16514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默认中文，置于 /docs 对应子目录下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76651" y="2709565"/>
            <a:ext cx="3556248" cy="497681"/>
          </a:xfrm>
          <a:prstGeom prst="roundRect">
            <a:avLst>
              <a:gd name="adj" fmla="val 1020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01570" y="2798415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33702" y="2798415"/>
            <a:ext cx="23821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双语文档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33702" y="2976116"/>
            <a:ext cx="238211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如需英文版本，需提供中英双语，中文为主维护版本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76651" y="3308747"/>
            <a:ext cx="3556248" cy="497681"/>
          </a:xfrm>
          <a:prstGeom prst="roundRect">
            <a:avLst>
              <a:gd name="adj" fmla="val 10207"/>
            </a:avLst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01570" y="3397597"/>
            <a:ext cx="207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33702" y="3397597"/>
            <a:ext cx="22325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协作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33702" y="3575298"/>
            <a:ext cx="22325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聊天首选中文，需求/设计/计划文档均以中文输出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07256"/>
            <a:ext cx="7752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74465" y="967532"/>
            <a:ext cx="3913733" cy="12650"/>
          </a:xfrm>
          <a:prstGeom prst="rect">
            <a:avLst/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294507"/>
            <a:ext cx="4922722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功能上线就绪</a:t>
            </a:r>
            <a:endParaRPr lang="en-US" sz="2800" dirty="0"/>
          </a:p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全面质量达标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2223790"/>
            <a:ext cx="49227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1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既往病史管理功能已完整实现，前后端联通，测试全绿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2769840"/>
            <a:ext cx="917079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9226" y="2842766"/>
            <a:ext cx="553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全栈实现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0580" y="2769840"/>
            <a:ext cx="1132880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67805" y="2842766"/>
            <a:ext cx="7735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成员数据隔离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4960" y="2769840"/>
            <a:ext cx="1166813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02186" y="2842766"/>
            <a:ext cx="808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JWT 鉴权保护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83273" y="2769840"/>
            <a:ext cx="1067098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70499" y="2842766"/>
            <a:ext cx="706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23 单元测试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2000" y="3160068"/>
            <a:ext cx="1067098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9226" y="3232993"/>
            <a:ext cx="706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99 全量通过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30598" y="3160068"/>
            <a:ext cx="917079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2C4A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117824" y="3232993"/>
            <a:ext cx="553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中英双语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49178" y="3160068"/>
            <a:ext cx="1024979" cy="288727"/>
          </a:xfrm>
          <a:prstGeom prst="roundRect">
            <a:avLst>
              <a:gd name="adj" fmla="val 87972"/>
            </a:avLst>
          </a:prstGeom>
          <a:solidFill>
            <a:srgbClr val="1A3A52"/>
          </a:solidFill>
          <a:ln w="9525">
            <a:solidFill>
              <a:srgbClr val="2C4A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36404" y="3232993"/>
            <a:ext cx="6635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规范已固化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2000" y="3893195"/>
            <a:ext cx="1729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94916" y="4026545"/>
            <a:ext cx="41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新建文件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782068" y="3855095"/>
            <a:ext cx="12650" cy="381000"/>
          </a:xfrm>
          <a:prstGeom prst="rect">
            <a:avLst/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75718" y="3893195"/>
            <a:ext cx="7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925663" y="4026545"/>
            <a:ext cx="5179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新增代码行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4465" y="3855095"/>
            <a:ext cx="12650" cy="381000"/>
          </a:xfrm>
          <a:prstGeom prst="rect">
            <a:avLst/>
          </a:prstGeom>
          <a:solidFill>
            <a:srgbClr val="1D3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08115" y="3893195"/>
            <a:ext cx="1729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441031" y="4026545"/>
            <a:ext cx="41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测试失败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12000" y="1562100"/>
            <a:ext cx="1562100" cy="1562100"/>
          </a:xfrm>
          <a:prstGeom prst="roundRect">
            <a:avLst>
              <a:gd name="adj" fmla="val 58537"/>
            </a:avLst>
          </a:prstGeom>
          <a:noFill/>
          <a:ln w="19050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30277" y="2108150"/>
            <a:ext cx="5253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9780" y="3276600"/>
            <a:ext cx="8865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workshop/test-alice</a:t>
            </a:r>
            <a:endParaRPr lang="en-US" sz="8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D8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DevNextX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Platform 新功能说明书 2026-03</dc:title>
  <dc:subject>既往病史管理功能发布说明</dc:subject>
  <dc:creator>Health Platform Team</dc:creator>
  <cp:lastModifiedBy>Health Platform Team</cp:lastModifiedBy>
  <cp:revision>1</cp:revision>
  <dcterms:created xsi:type="dcterms:W3CDTF">2026-03-03T07:01:46Z</dcterms:created>
  <dcterms:modified xsi:type="dcterms:W3CDTF">2026-03-03T07:01:46Z</dcterms:modified>
</cp:coreProperties>
</file>