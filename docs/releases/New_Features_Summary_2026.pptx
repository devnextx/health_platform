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健康记录平台 (Health Platform)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最近一个月新增功能与架构变更汇报</a:t>
            </a:r>
          </a:p>
          <a:p>
            <a:r>
              <a:t>2026年3月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近期新增功能概览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家庭成员既往病史管理 (MVP)</a:t>
            </a:r>
          </a:p>
          <a:p>
            <a:r>
              <a:t>2. 云原生部署及工作流演进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1. 既往病史管理 - 功能与修改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1) 功能描述: 支持为各成员建立既往病史，为血压、心率观测提供疾病背景参考。</a:t>
            </a:r>
          </a:p>
          <a:p>
            <a:r>
              <a:t>2) 前端修改: 新增独立 MedicalHistory 页与主流程穿插入口。</a:t>
            </a:r>
          </a:p>
          <a:p>
            <a:r>
              <a:t>3) 后端修改: 新增 MedicalHistoryManager 与 API Blueprint，包含完整 Pytest 测试保护。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1. 既往病史管理 - 核心设计架构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【实体扩展与索引】</a:t>
            </a:r>
          </a:p>
          <a:p>
            <a:r>
              <a:t>增加 MedicalHistory 数据模型记录；引入按发病时间倒序和成员 ID 构成的复合查询索引。</a:t>
            </a:r>
          </a:p>
          <a:p>
            <a:r>
              <a:t>【租户安全隔离保障】</a:t>
            </a:r>
            <a:br/>
            <a:r>
              <a:t>严格沿用家庭成员鉴权上下文，实现水平越权阻断，保证家庭级病史的私密性与独立性。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 云原生部署流演进与前端打包解耦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【目标】：应对复杂隔离研发与 Workshop 级别联调需求。</a:t>
            </a:r>
          </a:p>
          <a:p>
            <a:r>
              <a:t>新工作流体系替换了旧的 Azure App Service 同步。改由 workshop-deploy.yml 发起隔离发布通道。</a:t>
            </a:r>
          </a:p>
          <a:p>
            <a:r>
              <a:t>修复与优化前端 docker 打包构建上下文。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